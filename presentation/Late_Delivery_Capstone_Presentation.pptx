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Predicting Late Deliveries and Optimizing Last-Mile Logistics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QM640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late_delivery_risk using customer, product, order and shipping variables.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DataCo Smart Supply Chain Dataset</a:t>
            </a:r>
          </a:p>
          <a:p>
            <a:r>
              <a:t>180,519 records, 53 variables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</a:t>
            </a:r>
          </a:p>
          <a:p>
            <a:r>
              <a:t>EDA</a:t>
            </a:r>
          </a:p>
          <a:p>
            <a:r>
              <a:t>Feature Engineering</a:t>
            </a:r>
          </a:p>
          <a:p>
            <a:r>
              <a:t>Train/Test Split</a:t>
            </a:r>
          </a:p>
          <a:p>
            <a:r>
              <a:t>Modeling</a:t>
            </a:r>
          </a:p>
          <a:p>
            <a:r>
              <a:t>SHAP Explainability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</a:t>
            </a:r>
          </a:p>
          <a:p>
            <a:r>
              <a:t>Decision Tree</a:t>
            </a:r>
          </a:p>
          <a:p>
            <a:r>
              <a:t>Random Forest</a:t>
            </a:r>
          </a:p>
          <a:p>
            <a:r>
              <a:t>XGBoost</a:t>
            </a:r>
          </a:p>
          <a:p>
            <a:r>
              <a:t>Tuned Random Forest</a:t>
            </a:r>
          </a:p>
          <a:p>
            <a:r>
              <a:t>Tuned XGBoost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Tuned Random Forest: Accuracy 90.08%, F1 90.62%, ROC-AUC 97.06%</a:t>
            </a:r>
          </a:p>
          <a:p>
            <a:r>
              <a:t>Best overall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Shipping Mode</a:t>
            </a:r>
          </a:p>
          <a:p>
            <a:r>
              <a:t>Order Status</a:t>
            </a:r>
          </a:p>
          <a:p>
            <a:r>
              <a:t>Shipping Date</a:t>
            </a:r>
          </a:p>
          <a:p>
            <a:r>
              <a:t>Order Date</a:t>
            </a:r>
          </a:p>
          <a:p>
            <a:r>
              <a:t>Customer Street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delays</a:t>
            </a:r>
          </a:p>
          <a:p>
            <a:r>
              <a:t>Improve customer satisfaction</a:t>
            </a:r>
          </a:p>
          <a:p>
            <a:r>
              <a:t>Optimize resources</a:t>
            </a:r>
          </a:p>
          <a:p>
            <a:r>
              <a:t>Enhance supply chain visibility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can effectively predict delivery risk. Tuned Random Forest achieved the strongest performance and can support proactive logistics decision-making.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 weather, traffic and real-time routing data; explore deep learning and live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>M365 Copilot</dc:creator>
  <keywords/>
  <dc:description>generated using python-pptx</dc:description>
  <lastModifiedBy>M365 Copilot</lastModifiedBy>
  <revision>1</revision>
  <dcterms:created xsi:type="dcterms:W3CDTF">2026-09-07T12:16:06.7371215Z</dcterms:created>
  <dcterms:modified xsi:type="dcterms:W3CDTF">2026-09-07T12:16:06.7371215Z</dcterms:modified>
  <category/>
</coreProperties>
</file>